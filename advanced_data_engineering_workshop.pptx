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3" r:id="rId3"/>
    <p:sldId id="260" r:id="rId4"/>
    <p:sldId id="261" r:id="rId5"/>
    <p:sldId id="262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1CF6-C624-7C74-6B14-68350068B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DEE22-1EBC-0122-B2F4-16CA91B23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82F52-06BB-12B4-3D13-4F409CC3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957C4-426B-1300-9361-F148F53D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46E9-2594-8C93-F211-79A149E3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7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5439-93F3-BAE7-FEA3-3EDC74B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F0486-75B2-3C4F-B956-E4F3EDF35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E2F4-DBD5-F373-1FB3-4EBFDDA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C57B4-4A42-C41F-0743-53173CCC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67FB7-5DC5-E121-D1B8-1B39444C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0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5CF6D-1E52-9A92-351E-EDE969F90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59C9B-A7D9-1612-CA54-75A4A210F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FB2FA-607D-8C0B-A922-6DC42BC6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EF183-34D2-3387-D182-91A6FD232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D582F-B595-A6FF-754B-ADAEC5E1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7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CD83-8210-A1BF-1EB6-C2C19401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73C25-6427-CCBB-97E2-0037F9C02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F6350-3DAB-E5B5-F3B7-0047A91B5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4026C-20BC-070E-8D00-8AA864E35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F3624-6895-B7C7-7A14-E8A2E54F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BCC74-385A-3046-3531-C6E20697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08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8020-77D6-D869-C482-FEB12BFB1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C3486-5250-39B1-86D4-B8D542E20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B9FE5-F18F-BD89-0852-0E54F0CBC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0A574-AFAE-5A4C-793A-09FE2A64B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F1373-9B13-3B95-6A1A-21DF87391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0281F-E57E-319E-3585-7C0A97D9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1987E-F665-FEC8-6C45-609511C4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43B8B-673C-5C7B-FE34-C22D715A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2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4F8B-A962-DFD4-EF64-B9C0D5D2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040ECD-7E54-DF65-F8C0-BCBD17DA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AABAB-F202-40F7-8470-87F1524EA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CB6FC-9310-3393-9F9E-5BE271E1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69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8658B-13C9-C609-27F5-2A86FC74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BE03E-E982-BC72-984F-AD4F5AA7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51613-5B80-3C2D-47CD-B3F175B2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8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181C-E0CB-D0C7-A348-617EABD05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1831E-15C6-5240-04E1-80482145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E8EED-4CEB-EF45-F2A2-AB072D0D7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91EC5-98E9-9EBC-90BB-12403D79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67A38-B7B2-1195-5C71-73833E62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0CC69-3CF9-583B-F44C-E0EE543C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6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AE98B-3821-7EFB-77B3-2818055AB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83CB8-14CD-ACCF-602A-D0332093F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A9DA8-E10E-2CAD-4912-3E53CDFB4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50ABC-4938-32AD-4110-026DFF3D0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43D0A-E57E-B0B6-A144-E7A0203B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7B020-C868-278C-E3A2-F651229B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9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0200-EAA7-F86C-5E2D-DCFA31C32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CC4CA-B52C-EC38-EDBF-1487D58D1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DC9EF-8449-3FB7-B686-84A2366A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060D2-3092-9C5D-0468-2C22C119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91C6F-8D3A-8DBD-37DB-B2F3D86E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5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55B4B-8C2D-EC1F-72DF-A7C8C2EB8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0E42E-2A3D-9101-4AD7-3BA99F477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EA0DC-F5E4-44A7-54A8-99B7F473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8554-42D7-A63A-430B-7AC19768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0FB62-0E68-0906-5BEE-E2C7A745C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31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2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96A889-C42E-BBBC-9A41-1578855D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208AB-D9EA-34C3-6D1D-956122A80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DC301-34D9-670E-6EFF-5502A722C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67EFC-5159-094C-BD33-31132F77DA8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F216D-56DE-7AA1-67CF-055B00572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96781-9D37-026E-31CF-D724E6077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4FDE4-AF54-3542-8698-E930A6F11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B3DE-63C4-9181-FAA5-B63F0F83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n-US" dirty="0"/>
              <a:t>Advanced Data Engineering using AWS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1EBD0-44A7-89A7-A619-95F5E537E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n-US" dirty="0"/>
              <a:t>Building Data Engineering Pipelines leveraging AWS Infrastructure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F2A36D7-F0AD-9113-E8B2-54A4813CBE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9326" b="19326"/>
          <a:stretch>
            <a:fillRect/>
          </a:stretch>
        </p:blipFill>
        <p:spPr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92069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92E8-2291-B2F9-D69E-EDCA37E1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Details- Distributed ingestion orchestration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2248A-CBC2-707E-B2ED-FF99F3B9E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✅ Event-Driven Data Pipeline</a:t>
            </a:r>
          </a:p>
          <a:p>
            <a:pPr lvl="1"/>
            <a:r>
              <a:rPr lang="en-US" dirty="0"/>
              <a:t>Everything is triggered by events (SQS, S3)</a:t>
            </a:r>
          </a:p>
          <a:p>
            <a:pPr marL="0" indent="0">
              <a:buNone/>
            </a:pPr>
            <a:r>
              <a:rPr lang="en-US" b="1" dirty="0"/>
              <a:t>✅ Asynchronous Microservices Architecture</a:t>
            </a:r>
          </a:p>
          <a:p>
            <a:pPr lvl="1"/>
            <a:r>
              <a:rPr lang="en-US" dirty="0"/>
              <a:t>Components are loosely coupled </a:t>
            </a:r>
          </a:p>
          <a:p>
            <a:pPr lvl="1"/>
            <a:r>
              <a:rPr lang="en-US" dirty="0"/>
              <a:t>Communicate via SQS (not direct calls)</a:t>
            </a:r>
          </a:p>
          <a:p>
            <a:pPr marL="0" indent="0">
              <a:buNone/>
            </a:pPr>
            <a:r>
              <a:rPr lang="en-US" b="1" dirty="0"/>
              <a:t>✅ Data Lake Architecture</a:t>
            </a:r>
          </a:p>
          <a:p>
            <a:pPr lvl="1"/>
            <a:r>
              <a:rPr lang="en-US" dirty="0"/>
              <a:t>S3 = storage layer </a:t>
            </a:r>
          </a:p>
          <a:p>
            <a:pPr lvl="1"/>
            <a:r>
              <a:rPr lang="en-US" dirty="0"/>
              <a:t>Glue = metadata layer </a:t>
            </a:r>
          </a:p>
          <a:p>
            <a:pPr lvl="1"/>
            <a:r>
              <a:rPr lang="en-US" dirty="0"/>
              <a:t>Athena = query layer</a:t>
            </a:r>
          </a:p>
          <a:p>
            <a:pPr marL="0" indent="0">
              <a:buNone/>
            </a:pPr>
            <a:r>
              <a:rPr lang="en-US" b="1" dirty="0"/>
              <a:t>✅ Batch Processing Pipeline</a:t>
            </a:r>
          </a:p>
          <a:p>
            <a:pPr lvl="1"/>
            <a:r>
              <a:rPr lang="en-US" dirty="0"/>
              <a:t>Jobs run on demand via Batch</a:t>
            </a:r>
          </a:p>
          <a:p>
            <a:pPr marL="0" indent="0">
              <a:buNone/>
            </a:pPr>
            <a:r>
              <a:rPr lang="en-US" b="1" dirty="0"/>
              <a:t>❌ Medallion Architecture</a:t>
            </a:r>
          </a:p>
          <a:p>
            <a:pPr marL="0" indent="0">
              <a:buNone/>
            </a:pPr>
            <a:r>
              <a:rPr lang="en-US" dirty="0"/>
              <a:t>Bronze(Raw data)-&gt; Silver(Cleaned data)-&gt; Gold layer(Aggregated / business-ready)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1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56C7-AB36-1FDD-5655-FCBDB0813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Managed (ECS/Fargate, Batch) + Serverless(SQS, Lambda, Glue, Athena, S3)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4E0D-ED83-A262-F2B6-4BDE035A9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🔹 Phase 1: Ingestion</a:t>
            </a:r>
          </a:p>
          <a:p>
            <a:pPr lvl="1"/>
            <a:r>
              <a:rPr lang="en-US" dirty="0"/>
              <a:t>SQS (</a:t>
            </a:r>
            <a:r>
              <a:rPr lang="en-US" dirty="0" err="1"/>
              <a:t>ingestion_queue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→ Lambda</a:t>
            </a:r>
          </a:p>
          <a:p>
            <a:pPr lvl="1"/>
            <a:r>
              <a:rPr lang="en-US" dirty="0"/>
              <a:t>→ Batch</a:t>
            </a:r>
          </a:p>
          <a:p>
            <a:pPr lvl="1"/>
            <a:r>
              <a:rPr lang="en-US" dirty="0"/>
              <a:t>→ ECS container</a:t>
            </a:r>
          </a:p>
          <a:p>
            <a:pPr lvl="1"/>
            <a:r>
              <a:rPr lang="en-US" dirty="0"/>
              <a:t>→ chamber</a:t>
            </a:r>
          </a:p>
          <a:p>
            <a:pPr lvl="1"/>
            <a:r>
              <a:rPr lang="en-US" dirty="0"/>
              <a:t>→ ingestion script</a:t>
            </a:r>
          </a:p>
          <a:p>
            <a:pPr lvl="1"/>
            <a:r>
              <a:rPr lang="en-US" dirty="0"/>
              <a:t>→ writes S3</a:t>
            </a:r>
          </a:p>
          <a:p>
            <a:pPr lvl="1"/>
            <a:r>
              <a:rPr lang="en-US" dirty="0"/>
              <a:t>→ prepares partition list</a:t>
            </a:r>
          </a:p>
          <a:p>
            <a:pPr lvl="1"/>
            <a:r>
              <a:rPr lang="en-US" dirty="0"/>
              <a:t>→ sends SQS (partition queue)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5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CDAD-812A-D281-E9B8-047F8572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Serverless Data Engineering- Update Data Catalogue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23F6E-1852-7264-B6D6-E475D4458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🔹 Phase 2: Partition Adder</a:t>
            </a:r>
          </a:p>
          <a:p>
            <a:pPr lvl="1"/>
            <a:r>
              <a:rPr lang="en-US" dirty="0"/>
              <a:t>SQS (</a:t>
            </a:r>
            <a:r>
              <a:rPr lang="en-US" dirty="0" err="1"/>
              <a:t>partition_queue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→ Lambda</a:t>
            </a:r>
          </a:p>
          <a:p>
            <a:pPr lvl="1"/>
            <a:r>
              <a:rPr lang="en-US" dirty="0"/>
              <a:t>→ Batch</a:t>
            </a:r>
          </a:p>
          <a:p>
            <a:pPr lvl="1"/>
            <a:r>
              <a:rPr lang="en-US" dirty="0"/>
              <a:t>→ ECS container</a:t>
            </a:r>
          </a:p>
          <a:p>
            <a:pPr lvl="1"/>
            <a:r>
              <a:rPr lang="en-US" dirty="0"/>
              <a:t>→ chamber</a:t>
            </a:r>
          </a:p>
          <a:p>
            <a:pPr lvl="1"/>
            <a:r>
              <a:rPr lang="en-US" dirty="0"/>
              <a:t>→ glue add-partition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9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D32F-9BD3-95EF-19BD-C8D3E580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Create SQS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6A6E-4875-F2F2-F6B0-60D2378CA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We’ll create </a:t>
            </a:r>
            <a:r>
              <a:rPr lang="en-US" b="1" dirty="0"/>
              <a:t>2 queues:</a:t>
            </a:r>
          </a:p>
          <a:p>
            <a:pPr lvl="1"/>
            <a:r>
              <a:rPr lang="en-US" dirty="0"/>
              <a:t>ingestion-queue</a:t>
            </a:r>
          </a:p>
          <a:p>
            <a:pPr lvl="1"/>
            <a:r>
              <a:rPr lang="en-US" dirty="0"/>
              <a:t>partition-queue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🧱 </a:t>
            </a:r>
            <a:r>
              <a:rPr lang="en-US" dirty="0"/>
              <a:t>Queue 1</a:t>
            </a:r>
            <a:r>
              <a:rPr lang="en-US" b="1" dirty="0"/>
              <a:t>: </a:t>
            </a:r>
            <a:r>
              <a:rPr lang="en-US" b="1" dirty="0" err="1"/>
              <a:t>ingestion_queue</a:t>
            </a:r>
            <a:endParaRPr lang="en-US" b="1" dirty="0"/>
          </a:p>
          <a:p>
            <a:r>
              <a:rPr lang="en-US" dirty="0"/>
              <a:t>👉 AWS Console → SQS → Create Queue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: ingestion-queue</a:t>
            </a:r>
          </a:p>
          <a:p>
            <a:pPr lvl="1"/>
            <a:r>
              <a:rPr lang="en-US" b="1" dirty="0"/>
              <a:t>Type</a:t>
            </a:r>
            <a:r>
              <a:rPr lang="en-US" dirty="0"/>
              <a:t>: Standard (keep it simple for now)</a:t>
            </a:r>
          </a:p>
          <a:p>
            <a:pPr lvl="1"/>
            <a:r>
              <a:rPr lang="en-US" b="1" dirty="0"/>
              <a:t>Visibility Timeout: </a:t>
            </a:r>
            <a:r>
              <a:rPr lang="en-US" dirty="0"/>
              <a:t>5 minutes (300 seconds) (should be &gt; job runtime later)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🧱 Queue 2: </a:t>
            </a:r>
            <a:r>
              <a:rPr lang="en-US" b="1" dirty="0" err="1"/>
              <a:t>partition_queue</a:t>
            </a:r>
            <a:endParaRPr lang="en-US" b="1" dirty="0"/>
          </a:p>
          <a:p>
            <a:pPr lvl="1"/>
            <a:r>
              <a:rPr lang="en-US" dirty="0"/>
              <a:t>Same settings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92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D0CE-7E3D-C1E7-DB15-EE76B3D9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🚀 STEP 2: Create Lambda (Listener)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713EE-C545-814F-76B9-1BE2AE7A7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🧱 Create Lambda</a:t>
            </a:r>
          </a:p>
          <a:p>
            <a:r>
              <a:rPr lang="en-US" dirty="0"/>
              <a:t>👉 Lambda → Create function</a:t>
            </a:r>
          </a:p>
          <a:p>
            <a:pPr lvl="1"/>
            <a:r>
              <a:rPr lang="en-US" dirty="0"/>
              <a:t>Name: </a:t>
            </a:r>
            <a:r>
              <a:rPr lang="en-US" dirty="0" err="1"/>
              <a:t>sqs</a:t>
            </a:r>
            <a:r>
              <a:rPr lang="en-US" dirty="0"/>
              <a:t>-to-batch-trigger</a:t>
            </a:r>
          </a:p>
          <a:p>
            <a:pPr lvl="1"/>
            <a:r>
              <a:rPr lang="en-US" dirty="0"/>
              <a:t>Runtime: Python 3.12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IAM Role (VERY IMPORTANT)</a:t>
            </a:r>
          </a:p>
          <a:p>
            <a:pPr marL="0" indent="0">
              <a:buNone/>
            </a:pPr>
            <a:r>
              <a:rPr lang="en-US" dirty="0"/>
              <a:t>👉 Role → Create Role : </a:t>
            </a:r>
            <a:r>
              <a:rPr lang="en-US" b="1" dirty="0"/>
              <a:t>dew-adv-lambda-</a:t>
            </a:r>
            <a:r>
              <a:rPr lang="en-US" b="1" dirty="0" err="1"/>
              <a:t>sqs</a:t>
            </a:r>
            <a:r>
              <a:rPr lang="en-US" b="1" dirty="0"/>
              <a:t>-to-batch</a:t>
            </a:r>
          </a:p>
          <a:p>
            <a:r>
              <a:rPr lang="en-US" dirty="0"/>
              <a:t>Attach policies(will restrict minimum later):</a:t>
            </a:r>
          </a:p>
          <a:p>
            <a:pPr lvl="1"/>
            <a:r>
              <a:rPr lang="en-US" dirty="0" err="1"/>
              <a:t>AmazonSQSFullAccess</a:t>
            </a:r>
            <a:br>
              <a:rPr lang="en-US" dirty="0"/>
            </a:br>
            <a:r>
              <a:rPr lang="en-US" dirty="0" err="1"/>
              <a:t>AWSBatchFullAccess</a:t>
            </a:r>
            <a:br>
              <a:rPr lang="en-US" dirty="0"/>
            </a:br>
            <a:r>
              <a:rPr lang="en-US" dirty="0" err="1"/>
              <a:t>CloudWatchLogsFullAccess</a:t>
            </a:r>
            <a:endParaRPr lang="en-US" dirty="0"/>
          </a:p>
          <a:p>
            <a:pPr marL="457200" lvl="1" indent="0">
              <a:buNone/>
            </a:pPr>
            <a:endParaRPr lang="en-US" b="1" dirty="0"/>
          </a:p>
          <a:p>
            <a:r>
              <a:rPr lang="en-US" dirty="0"/>
              <a:t>Go to Lambda → Permissions → Role-&gt; Update the Role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45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E1F61-D2F9-37D9-FF7D-E3DB4032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🚀 STEP 3: Add SQS Trigger to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BF410-9182-F076-6476-FC36CA773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Inside Lambda: 👉 Add Trigger → SQS</a:t>
            </a:r>
          </a:p>
          <a:p>
            <a:r>
              <a:rPr lang="en-US" b="1" dirty="0"/>
              <a:t>Configure:</a:t>
            </a:r>
          </a:p>
          <a:p>
            <a:pPr lvl="1"/>
            <a:r>
              <a:rPr lang="en-US" dirty="0"/>
              <a:t>Queue: ingestion-queue</a:t>
            </a:r>
          </a:p>
          <a:p>
            <a:pPr lvl="1"/>
            <a:r>
              <a:rPr lang="en-US" dirty="0"/>
              <a:t>Batch size: 1 (important for clarity)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62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5D65-287D-B65B-6675-691B4AA1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🚀 STEP 4: Lambda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21108-98A9-9192-7182-8A5E87378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json</a:t>
            </a:r>
            <a:br>
              <a:rPr lang="en-US" dirty="0"/>
            </a:br>
            <a:r>
              <a:rPr lang="en-US" dirty="0"/>
              <a:t>import boto3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batch = boto3.client('batch')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def </a:t>
            </a:r>
            <a:r>
              <a:rPr lang="en-US" dirty="0" err="1"/>
              <a:t>lambda_handler</a:t>
            </a:r>
            <a:r>
              <a:rPr lang="en-US" dirty="0"/>
              <a:t>(event, context):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for record in event['Records']: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body = </a:t>
            </a:r>
            <a:r>
              <a:rPr lang="en-US" dirty="0" err="1"/>
              <a:t>json.loads</a:t>
            </a:r>
            <a:r>
              <a:rPr lang="en-US" dirty="0"/>
              <a:t>(record['body'])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print("Received message:", body)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# 👇 simulate WDL input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job_name</a:t>
            </a:r>
            <a:r>
              <a:rPr lang="en-US" dirty="0"/>
              <a:t> = </a:t>
            </a:r>
            <a:r>
              <a:rPr lang="en-US" dirty="0" err="1"/>
              <a:t>body.get</a:t>
            </a:r>
            <a:r>
              <a:rPr lang="en-US" dirty="0"/>
              <a:t>("</a:t>
            </a:r>
            <a:r>
              <a:rPr lang="en-US" dirty="0" err="1"/>
              <a:t>job_name</a:t>
            </a:r>
            <a:r>
              <a:rPr lang="en-US" dirty="0"/>
              <a:t>", "ingestion-job")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# 👉 For now just log (Batch comes next step)</a:t>
            </a:r>
            <a:br>
              <a:rPr lang="en-US" dirty="0"/>
            </a:br>
            <a:r>
              <a:rPr lang="en-US" dirty="0"/>
              <a:t>		print(</a:t>
            </a:r>
            <a:r>
              <a:rPr lang="en-US" dirty="0" err="1"/>
              <a:t>f"Would</a:t>
            </a:r>
            <a:r>
              <a:rPr lang="en-US" dirty="0"/>
              <a:t> trigger Batch job: {</a:t>
            </a:r>
            <a:r>
              <a:rPr lang="en-US" dirty="0" err="1"/>
              <a:t>job_name</a:t>
            </a:r>
            <a:r>
              <a:rPr lang="en-US" dirty="0"/>
              <a:t>}")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return {</a:t>
            </a:r>
            <a:br>
              <a:rPr lang="en-US" dirty="0"/>
            </a:br>
            <a:r>
              <a:rPr lang="en-US" dirty="0"/>
              <a:t>	"</a:t>
            </a:r>
            <a:r>
              <a:rPr lang="en-US" dirty="0" err="1"/>
              <a:t>statusCode</a:t>
            </a:r>
            <a:r>
              <a:rPr lang="en-US" dirty="0"/>
              <a:t>": 200</a:t>
            </a:r>
            <a:br>
              <a:rPr lang="en-US" dirty="0"/>
            </a:b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97831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9FE4-E0ED-BA36-FCB5-86CE404A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🧪 STEP 5: Test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37371-4E72-79C1-D8A6-E27E64F0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Now send message to SQS:</a:t>
            </a:r>
          </a:p>
          <a:p>
            <a:r>
              <a:rPr lang="en-US" dirty="0"/>
              <a:t>👉 SQS → ingestion-queue → Send message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Example message:</a:t>
            </a:r>
          </a:p>
          <a:p>
            <a:pPr marL="457200" lvl="1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"</a:t>
            </a:r>
            <a:r>
              <a:rPr lang="en-US" dirty="0" err="1"/>
              <a:t>job_name</a:t>
            </a:r>
            <a:r>
              <a:rPr lang="en-US" dirty="0"/>
              <a:t>": "</a:t>
            </a:r>
            <a:r>
              <a:rPr lang="en-US" dirty="0" err="1"/>
              <a:t>employee_ingestion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/>
              <a:t>  "date": "2026-04-11"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🔍 Verify</a:t>
            </a:r>
          </a:p>
          <a:p>
            <a:pPr marL="0" indent="0">
              <a:buNone/>
            </a:pPr>
            <a:r>
              <a:rPr lang="en-US" dirty="0"/>
              <a:t>👉 Lambda → Monitor → Logs</a:t>
            </a:r>
          </a:p>
          <a:p>
            <a:pPr marL="0" indent="0">
              <a:buNone/>
            </a:pPr>
            <a:r>
              <a:rPr lang="en-US" dirty="0"/>
              <a:t>Can view logs now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57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541</Words>
  <Application>Microsoft Macintosh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Advanced Data Engineering using AWS</vt:lpstr>
      <vt:lpstr>Architecture Details- Distributed ingestion orchestration system</vt:lpstr>
      <vt:lpstr>Managed (ECS/Fargate, Batch) + Serverless(SQS, Lambda, Glue, Athena, S3) Services</vt:lpstr>
      <vt:lpstr>Serverless Data Engineering- Update Data Catalogue</vt:lpstr>
      <vt:lpstr>STEP 1: Create SQS Queues</vt:lpstr>
      <vt:lpstr>🚀 STEP 2: Create Lambda (Listener)</vt:lpstr>
      <vt:lpstr>🚀 STEP 3: Add SQS Trigger to Lambda</vt:lpstr>
      <vt:lpstr>🚀 STEP 4: Lambda Code</vt:lpstr>
      <vt:lpstr>🧪 STEP 5: Test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21</cp:revision>
  <dcterms:created xsi:type="dcterms:W3CDTF">2026-04-22T05:41:48Z</dcterms:created>
  <dcterms:modified xsi:type="dcterms:W3CDTF">2026-04-22T06:17:22Z</dcterms:modified>
</cp:coreProperties>
</file>